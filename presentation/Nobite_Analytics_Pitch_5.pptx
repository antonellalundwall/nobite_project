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901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Nobite protects people from insects and ticks — Nobite Analytics protects the business from blind spots in its own data. Introduce yourself and the project in one sentence, then move straight into the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idea in one picture: upload, the app cleans and combines automatically, and Papi gets straight to insights — no manual Excel work every month. Two files power it: the Umsatzstatistik (sales) and the Lagerliste (inventory) — postal codes aren't a separate file, so no third icon needed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spreadsheet Papi rebuilds by hand every month — manual formulas, easy to break, no automatic year-over-year or regional comparison. Mention briefly: this covers wholesale orders (Großhändler) across Germany, and yes, a couple of Excel quirks (like postal codes losing their leading zero) — small, already-solved details. Then move into the three views, and land the contrast at 'Demo 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upload, Papi picks one of these three — each opens straight into that dashboard, and all three stay reachable from the top afterwards. The small badge on each card shows its source file: green = Umsatzstatistik (sales &amp; customer data), amber = Lagerliste (inventory).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wireframes — the layout Dev asked for, not the final look. Walk through: upload two file types, the app validates them, then pick a report. Point out the KPI row, the chart, and the insights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confidently. Invite questions, and offer to open the wireframe PDF if Dev wants to look closer at any single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Nobite Analytics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2873829"/>
            <a:ext cx="6553200" cy="1378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DE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Pests under control. Now your reports are too !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Wagon Data Analytics  ·  Antonella Lundwall</a:t>
            </a:r>
            <a:endParaRPr lang="en-US" sz="1200" dirty="0"/>
          </a:p>
        </p:txBody>
      </p:sp>
      <p:pic>
        <p:nvPicPr>
          <p:cNvPr id="5" name="Image 0" descr="/root/nobite-wireframe/nobite_hero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910534"/>
            <a:ext cx="3931920" cy="23097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Three answers.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month, Nobite gets sales &amp; inventory files from SK Pharma. Nobite Analytics turns them into instant answers 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20140" y="2148840"/>
            <a:ext cx="1234440" cy="1234440"/>
          </a:xfrm>
          <a:prstGeom prst="ellipse">
            <a:avLst/>
          </a:prstGeom>
          <a:solidFill>
            <a:srgbClr val="0425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root/nobite-wireframe/pptx/icons/up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68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this month's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inventory exports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74620" y="2606040"/>
            <a:ext cx="1005840" cy="320040"/>
          </a:xfrm>
          <a:prstGeom prst="rightArrow">
            <a:avLst/>
          </a:prstGeom>
          <a:solidFill>
            <a:srgbClr val="C7D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88052" y="2148840"/>
            <a:ext cx="1234440" cy="1234440"/>
          </a:xfrm>
          <a:prstGeom prst="ellipse">
            <a:avLst/>
          </a:prstGeom>
          <a:solidFill>
            <a:srgbClr val="0425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root/nobite-wireframe/pptx/icons/slid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4688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42232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clean &amp; combine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142232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structured,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in seconds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542532" y="2606040"/>
            <a:ext cx="1005840" cy="320040"/>
          </a:xfrm>
          <a:prstGeom prst="rightArrow">
            <a:avLst/>
          </a:prstGeom>
          <a:solidFill>
            <a:srgbClr val="C7D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865108" y="2148840"/>
            <a:ext cx="1234440" cy="1234440"/>
          </a:xfrm>
          <a:prstGeom prst="ellipse">
            <a:avLst/>
          </a:prstGeom>
          <a:solidFill>
            <a:srgbClr val="0425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root/nobite-wireframe/pptx/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88" y="24688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19288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insights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019288" y="4023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view, see the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matter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5166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two files:</a:t>
            </a:r>
            <a:endParaRPr lang="en-US" sz="1250" dirty="0"/>
          </a:p>
        </p:txBody>
      </p:sp>
      <p:pic>
        <p:nvPicPr>
          <p:cNvPr id="19" name="Image 3" descr="/root/nobite-wireframe/pptx/icons/file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523036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483864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Umsatzstatistik (sales)</a:t>
            </a:r>
            <a:endParaRPr lang="en-US" sz="1250" dirty="0"/>
          </a:p>
        </p:txBody>
      </p:sp>
      <p:pic>
        <p:nvPicPr>
          <p:cNvPr id="21" name="Image 4" descr="/root/nobite-wireframe/pptx/icons/file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523036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29984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Lagerliste (inventory)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E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report looks like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hand every month — formulas spread across a dozen columns, no automatic year-over-year or regional view.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725016" y="1892808"/>
            <a:ext cx="8741664" cy="4345433"/>
          </a:xfrm>
          <a:prstGeom prst="roundRect">
            <a:avLst>
              <a:gd name="adj" fmla="val 105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9AAE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root/nobite-wireframe/before_report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68" y="1965960"/>
            <a:ext cx="8595360" cy="41991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366257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wholesale orders (Großhändler) across Germany — plus a few Excel quirks, like postal codes losing their leading zero, that we already know how to fix.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here, three views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9EFF6"/>
          </a:solidFill>
          <a:ln/>
          <a:effectLst>
            <a:outerShdw blurRad="76200" dist="25400" dir="5400000" algn="bl" rotWithShape="0">
              <a:srgbClr val="9AAE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97380" y="1920240"/>
            <a:ext cx="1005840" cy="1005840"/>
          </a:xfrm>
          <a:prstGeom prst="ellipse">
            <a:avLst/>
          </a:prstGeom>
          <a:solidFill>
            <a:srgbClr val="0425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root/nobite-wireframe/pptx/icons/bar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2167128"/>
            <a:ext cx="585216" cy="5852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52444" y="1508760"/>
            <a:ext cx="576072" cy="5394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2700" dir="5400000" algn="bl" rotWithShape="0">
              <a:srgbClr val="9AAE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root/nobite-wireframe/pptx/icons/fi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886" y="1572768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200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Product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4206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top products, and trends vs. last year.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480560" y="15087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9EFF6"/>
          </a:solidFill>
          <a:ln/>
          <a:effectLst>
            <a:outerShdw blurRad="76200" dist="25400" dir="5400000" algn="bl" rotWithShape="0">
              <a:srgbClr val="9AAE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737860" y="1920240"/>
            <a:ext cx="1005840" cy="1005840"/>
          </a:xfrm>
          <a:prstGeom prst="ellipse">
            <a:avLst/>
          </a:prstGeom>
          <a:solidFill>
            <a:srgbClr val="0425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root/nobite-wireframe/pptx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172" y="2167128"/>
            <a:ext cx="585216" cy="58521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37880" y="1510569"/>
            <a:ext cx="563120" cy="5394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2700" dir="5400000" algn="bl" rotWithShape="0">
              <a:srgbClr val="9AAE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/root/nobite-wireframe/pptx/icons/fi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417" y="1566839"/>
            <a:ext cx="407241" cy="40724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09160" y="3200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Regional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4800600" y="4206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wholesale partners, regional breakdown across Germany, and outlier alerts.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321040" y="15087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9EFF6"/>
          </a:solidFill>
          <a:ln/>
          <a:effectLst>
            <a:outerShdw blurRad="76200" dist="25400" dir="5400000" algn="bl" rotWithShape="0">
              <a:srgbClr val="9AAE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9578340" y="1920240"/>
            <a:ext cx="1005840" cy="1005840"/>
          </a:xfrm>
          <a:prstGeom prst="ellipse">
            <a:avLst/>
          </a:prstGeom>
          <a:solidFill>
            <a:srgbClr val="0425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/root/nobite-wireframe/pptx/icons/packa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8652" y="2167128"/>
            <a:ext cx="585216" cy="58521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270360" y="1508761"/>
            <a:ext cx="563120" cy="539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2700" dir="5400000" algn="bl" rotWithShape="0">
              <a:srgbClr val="9AAE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/root/nobite-wireframe/pptx/icons/file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3967" y="1566839"/>
            <a:ext cx="395906" cy="39590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549640" y="3200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8641080" y="4206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stock vs. 3-month outflow, per product.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day: what Papi will see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344168"/>
            <a:ext cx="5404104" cy="3861733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9AAE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root/nobite-wireframe/Wireframe_2_Upload_Choose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257800" cy="37154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269909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choose analysis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144768" y="1344168"/>
            <a:ext cx="5404104" cy="3861733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101600" dist="25400" dir="5400000" algn="bl" rotWithShape="0">
              <a:srgbClr val="9AAE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root/nobite-wireframe/Wireframe_3_SalesProdu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17320"/>
            <a:ext cx="5257800" cy="371542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5269909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2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Product dashboard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sketch — layout only, not final visual design.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nobite-wireframe/nobite_mosquito_white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 rot="1080000">
            <a:off x="7955280" y="1417320"/>
            <a:ext cx="5120640" cy="436961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400" dirty="0"/>
          </a:p>
        </p:txBody>
      </p:sp>
      <p:pic>
        <p:nvPicPr>
          <p:cNvPr id="4" name="Image 1" descr="/root/nobite-wireframe/nobite_mosquit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67440">
            <a:off x="2713558" y="855918"/>
            <a:ext cx="1515144" cy="129292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36118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E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1800" i="1" dirty="0">
                <a:solidFill>
                  <a:srgbClr val="DE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data.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Nobite Analytics  ·  Le Wagon Data Analytics  ·  Antonella Lundwall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557</Words>
  <Application>Microsoft Macintosh PowerPoint</Application>
  <PresentationFormat>Widescreen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Lundwall-Vianney, Antonella Livia Valentina</cp:lastModifiedBy>
  <cp:revision>2</cp:revision>
  <dcterms:created xsi:type="dcterms:W3CDTF">2026-09-03T07:03:55Z</dcterms:created>
  <dcterms:modified xsi:type="dcterms:W3CDTF">2026-09-03T07:09:47Z</dcterms:modified>
</cp:coreProperties>
</file>